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0287000" cy="18669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669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669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669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